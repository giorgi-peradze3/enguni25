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83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1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5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9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4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5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1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9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96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83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98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03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49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48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913A4E6-0899-46B4-A9B1-656048B43F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E3546B1-ECAA-4A30-8602-D1DF7BFBE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" TargetMode="External"/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6E31-F6E0-4918-B37F-7584AB793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5694" y="2411505"/>
            <a:ext cx="7915836" cy="1582551"/>
          </a:xfrm>
        </p:spPr>
        <p:txBody>
          <a:bodyPr/>
          <a:lstStyle/>
          <a:p>
            <a:r>
              <a:rPr lang="en-US" dirty="0"/>
              <a:t>ENGLISH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165A4-9C46-4CA8-889F-42F209D9CE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STUDENT: Giorgi </a:t>
            </a:r>
            <a:r>
              <a:rPr lang="en-US" dirty="0" err="1"/>
              <a:t>Peradze</a:t>
            </a:r>
            <a:endParaRPr lang="en-US" dirty="0"/>
          </a:p>
          <a:p>
            <a:r>
              <a:rPr lang="en-US" dirty="0"/>
              <a:t>FACULTY: Computer Science</a:t>
            </a:r>
          </a:p>
        </p:txBody>
      </p:sp>
      <p:pic>
        <p:nvPicPr>
          <p:cNvPr id="1026" name="Picture 2" descr="1368-meditsinis-pakultetis-propesoris-maia-manckavas-krosdistsiplinur-proekts-saertashoriso  - ევროპის უნივერსიტეტი">
            <a:extLst>
              <a:ext uri="{FF2B5EF4-FFF2-40B4-BE49-F238E27FC236}">
                <a16:creationId xmlns:a16="http://schemas.microsoft.com/office/drawing/2014/main" id="{418B5554-7B13-45FE-AA82-A3D7927D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079" y="125506"/>
            <a:ext cx="4143841" cy="238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26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41811-59A6-412A-80D0-2F8F59358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607" y="2696975"/>
            <a:ext cx="4893028" cy="146404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How to start a business with a little money?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509973-0637-46D8-978C-F0C91FD85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578" y="1088136"/>
            <a:ext cx="3121152" cy="2340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8C5135-BC06-4A65-9350-10DEA0F32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61" y="3663822"/>
            <a:ext cx="4386832" cy="24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5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D43A-E9F2-494A-9242-1BF115A1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99129"/>
            <a:ext cx="4697506" cy="3657599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Be confident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start communicating with people who have same </a:t>
            </a:r>
            <a:r>
              <a:rPr lang="en-US" sz="1600" dirty="0" err="1"/>
              <a:t>intereses</a:t>
            </a:r>
            <a:r>
              <a:rPr lang="en-US" sz="1600" dirty="0"/>
              <a:t> or goals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take as an example a person who started like u and reached a tops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set a direct plan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F256C-308F-47A1-A4A0-6ACA0B217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929526"/>
            <a:ext cx="4054286" cy="899273"/>
          </a:xfrm>
        </p:spPr>
        <p:txBody>
          <a:bodyPr/>
          <a:lstStyle/>
          <a:p>
            <a:r>
              <a:rPr lang="en-US" dirty="0"/>
              <a:t>How to deal with Problems in first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08B78-F0CE-4C82-813B-A4FEC978E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342" y="636494"/>
            <a:ext cx="3729318" cy="2796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3CC038-78C8-4A82-9272-98644BAC4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342" y="3674222"/>
            <a:ext cx="5209240" cy="273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0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1F7F-225E-44F5-8862-89984B02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41294"/>
            <a:ext cx="3962400" cy="4876800"/>
          </a:xfrm>
        </p:spPr>
        <p:txBody>
          <a:bodyPr anchor="t"/>
          <a:lstStyle/>
          <a:p>
            <a:r>
              <a:rPr lang="en-US" dirty="0"/>
              <a:t>Staring is hard for every one but winners get everything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Take an example from Elon Mask, Mark Zuckerberg and etc.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2050" name="Picture 2" descr="Facebook's History in Photos, From Dorm Room to Powerhouse - Business  Insider">
            <a:extLst>
              <a:ext uri="{FF2B5EF4-FFF2-40B4-BE49-F238E27FC236}">
                <a16:creationId xmlns:a16="http://schemas.microsoft.com/office/drawing/2014/main" id="{D1DD9A97-2DB2-4587-9D59-8D019FF01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589" y="1308567"/>
            <a:ext cx="5128326" cy="219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efore Tesla and SpaceX, Elon Musk was fired from PayPal and dropped out of  a Stanford PhD programme – 5 facts about the outspoken South African tech  entrepreneur before the billions |">
            <a:extLst>
              <a:ext uri="{FF2B5EF4-FFF2-40B4-BE49-F238E27FC236}">
                <a16:creationId xmlns:a16="http://schemas.microsoft.com/office/drawing/2014/main" id="{19AFD4A2-6F7E-4F0E-8024-8931F52D7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479" y="3810000"/>
            <a:ext cx="2891161" cy="2160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on Musk: Business Icon, Innovator, and Controversial Leader">
            <a:extLst>
              <a:ext uri="{FF2B5EF4-FFF2-40B4-BE49-F238E27FC236}">
                <a16:creationId xmlns:a16="http://schemas.microsoft.com/office/drawing/2014/main" id="{ED43567D-5E98-427F-B5CC-B835E0D2D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889" y="3810000"/>
            <a:ext cx="3240743" cy="2160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20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FB78-292A-49BB-AFB1-410B99AE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945" y="1408740"/>
            <a:ext cx="7866922" cy="1447301"/>
          </a:xfrm>
        </p:spPr>
        <p:txBody>
          <a:bodyPr/>
          <a:lstStyle/>
          <a:p>
            <a:pPr algn="ctr"/>
            <a:r>
              <a:rPr lang="en-US" dirty="0"/>
              <a:t>First and the main rule is get a plan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DAEF3-8CE6-4A04-935B-03BBA4491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7986" y="3254187"/>
            <a:ext cx="8284881" cy="900173"/>
          </a:xfrm>
        </p:spPr>
        <p:txBody>
          <a:bodyPr anchor="t"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Find easy work for students to get little amount of money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Make a product and good presentation about 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find investors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86241-7247-4DCD-9985-A07DC07E8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19" y="4453895"/>
            <a:ext cx="1516346" cy="227477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05DE1F8-1F8D-48E2-AB65-98EAB4531596}"/>
              </a:ext>
            </a:extLst>
          </p:cNvPr>
          <p:cNvSpPr/>
          <p:nvPr/>
        </p:nvSpPr>
        <p:spPr>
          <a:xfrm>
            <a:off x="2796987" y="5567081"/>
            <a:ext cx="923366" cy="3944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55CF8B-82FA-4E1F-B9F3-0F877B2FA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478" y="4880428"/>
            <a:ext cx="1213856" cy="17677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15DC58BA-CAC6-4622-AEC0-646F88A7BD0D}"/>
              </a:ext>
            </a:extLst>
          </p:cNvPr>
          <p:cNvSpPr/>
          <p:nvPr/>
        </p:nvSpPr>
        <p:spPr>
          <a:xfrm>
            <a:off x="7682753" y="5638798"/>
            <a:ext cx="941294" cy="385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7356D7-39AD-4524-B5BC-6E71760E8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447" y="4718065"/>
            <a:ext cx="2536309" cy="184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0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66427-093F-41B5-9494-1CEE773C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Ingvar Kamprad, the founder of IKEA</a:t>
            </a:r>
            <a:endParaRPr lang="en-US" dirty="0"/>
          </a:p>
        </p:txBody>
      </p:sp>
      <p:pic>
        <p:nvPicPr>
          <p:cNvPr id="3074" name="Picture 2" descr="IKEA's Billionaire Founder Turns 90: Here's How He Built His Furniture  Empire">
            <a:extLst>
              <a:ext uri="{FF2B5EF4-FFF2-40B4-BE49-F238E27FC236}">
                <a16:creationId xmlns:a16="http://schemas.microsoft.com/office/drawing/2014/main" id="{3F760388-6539-4C74-8815-72CADA110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8" y="2788148"/>
            <a:ext cx="4510023" cy="253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gvar Kamprad: Founder of IKEA and Global Retail Visionary">
            <a:extLst>
              <a:ext uri="{FF2B5EF4-FFF2-40B4-BE49-F238E27FC236}">
                <a16:creationId xmlns:a16="http://schemas.microsoft.com/office/drawing/2014/main" id="{759C15AF-2010-4BFE-8D2D-D67F6B813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777" y="2788148"/>
            <a:ext cx="4666036" cy="315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08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A36E-FC6D-4607-8105-2ADE6183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DAC44-4B08-4BB7-BC19-28CA65E8C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760011" cy="2251283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Never backup no matter what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see bright in </a:t>
            </a:r>
            <a:r>
              <a:rPr lang="en-US" dirty="0" err="1"/>
              <a:t>ur</a:t>
            </a:r>
            <a:r>
              <a:rPr lang="en-US" dirty="0"/>
              <a:t>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a good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 confident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Rememeber</a:t>
            </a:r>
            <a:r>
              <a:rPr lang="en-US" dirty="0"/>
              <a:t> Richest people come from nothing</a:t>
            </a:r>
          </a:p>
        </p:txBody>
      </p:sp>
    </p:spTree>
    <p:extLst>
      <p:ext uri="{BB962C8B-B14F-4D97-AF65-F5344CB8AC3E}">
        <p14:creationId xmlns:p14="http://schemas.microsoft.com/office/powerpoint/2010/main" val="25700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0AC5-0BC6-4F7E-9F2B-53A1EE154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Thanks for </a:t>
            </a:r>
            <a:r>
              <a:rPr lang="en-US" dirty="0" err="1"/>
              <a:t>ur</a:t>
            </a:r>
            <a:r>
              <a:rPr lang="en-US" dirty="0"/>
              <a:t> attention!!!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78AD5-5BE6-4C69-B618-CC4F78BA7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32109" y="4993363"/>
            <a:ext cx="7567704" cy="1602440"/>
          </a:xfrm>
        </p:spPr>
        <p:txBody>
          <a:bodyPr anchor="ctr"/>
          <a:lstStyle/>
          <a:p>
            <a:pPr lvl="1" algn="ctr"/>
            <a:r>
              <a:rPr lang="en-US" dirty="0"/>
              <a:t>Used materials:</a:t>
            </a:r>
          </a:p>
          <a:p>
            <a:pPr lvl="1" algn="ctr"/>
            <a:r>
              <a:rPr lang="en-US" b="1" dirty="0">
                <a:hlinkClick r:id="rId2"/>
              </a:rPr>
              <a:t>https://www.google.com</a:t>
            </a:r>
            <a:endParaRPr lang="en-US" b="1" dirty="0"/>
          </a:p>
          <a:p>
            <a:pPr lvl="1" algn="ctr"/>
            <a:r>
              <a:rPr lang="en-US" b="1" dirty="0">
                <a:hlinkClick r:id="rId3"/>
              </a:rPr>
              <a:t>https://pixabay.com</a:t>
            </a:r>
            <a:endParaRPr lang="en-US" b="1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64767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</TotalTime>
  <Words>178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ENGLISH PROJECT</vt:lpstr>
      <vt:lpstr>PowerPoint Presentation</vt:lpstr>
      <vt:lpstr>Be confident  start communicating with people who have same intereses or goals  take as an example a person who started like u and reached a tops  set a direct plan </vt:lpstr>
      <vt:lpstr>Staring is hard for every one but winners get everything     Take an example from Elon Mask, Mark Zuckerberg and etc.     </vt:lpstr>
      <vt:lpstr>First and the main rule is get a plan</vt:lpstr>
      <vt:lpstr>Ingvar Kamprad, the founder of IKEA</vt:lpstr>
      <vt:lpstr>summary</vt:lpstr>
      <vt:lpstr>Thanks for ur attention!!!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PROJECT</dc:title>
  <dc:creator>PCZONE.GE</dc:creator>
  <cp:lastModifiedBy>PCZONE.GE</cp:lastModifiedBy>
  <cp:revision>5</cp:revision>
  <dcterms:created xsi:type="dcterms:W3CDTF">2026-06-19T20:06:21Z</dcterms:created>
  <dcterms:modified xsi:type="dcterms:W3CDTF">2026-06-19T20:44:27Z</dcterms:modified>
</cp:coreProperties>
</file>